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B1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F910-1682-3177-A720-4EBC1CA4D5D6}"/>
              </a:ext>
            </a:extLst>
          </p:cNvPr>
          <p:cNvSpPr/>
          <p:nvPr/>
        </p:nvSpPr>
        <p:spPr>
          <a:xfrm>
            <a:off x="9028983" y="1519247"/>
            <a:ext cx="2785403" cy="3399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19609-D02F-9D31-9605-D3D98BCBD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6" y="1519247"/>
            <a:ext cx="7737918" cy="33999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3B6933-A4EB-BD0D-88DD-143171289EDA}"/>
              </a:ext>
            </a:extLst>
          </p:cNvPr>
          <p:cNvSpPr/>
          <p:nvPr/>
        </p:nvSpPr>
        <p:spPr>
          <a:xfrm>
            <a:off x="9028983" y="1519247"/>
            <a:ext cx="2785403" cy="2993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8B1C39-A295-EFCA-42FF-E08788BA8656}"/>
              </a:ext>
            </a:extLst>
          </p:cNvPr>
          <p:cNvCxnSpPr>
            <a:cxnSpLocks/>
          </p:cNvCxnSpPr>
          <p:nvPr/>
        </p:nvCxnSpPr>
        <p:spPr>
          <a:xfrm>
            <a:off x="8916516" y="1475069"/>
            <a:ext cx="0" cy="3435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F8ED8D-4CEC-1A9E-C1D6-A74159F346EC}"/>
              </a:ext>
            </a:extLst>
          </p:cNvPr>
          <p:cNvCxnSpPr>
            <a:cxnSpLocks/>
          </p:cNvCxnSpPr>
          <p:nvPr/>
        </p:nvCxnSpPr>
        <p:spPr>
          <a:xfrm>
            <a:off x="8916515" y="1826502"/>
            <a:ext cx="0" cy="30927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79E436-3642-D489-1BD9-C5EC5B194C41}"/>
              </a:ext>
            </a:extLst>
          </p:cNvPr>
          <p:cNvSpPr txBox="1"/>
          <p:nvPr/>
        </p:nvSpPr>
        <p:spPr>
          <a:xfrm>
            <a:off x="9130583" y="1484277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116BF-4EA7-E10D-898E-C41D8A9CF3DB}"/>
              </a:ext>
            </a:extLst>
          </p:cNvPr>
          <p:cNvSpPr txBox="1"/>
          <p:nvPr/>
        </p:nvSpPr>
        <p:spPr>
          <a:xfrm>
            <a:off x="9028984" y="3059668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DB550-1A08-9DBF-34ED-A4970E4A9D08}"/>
              </a:ext>
            </a:extLst>
          </p:cNvPr>
          <p:cNvSpPr txBox="1"/>
          <p:nvPr/>
        </p:nvSpPr>
        <p:spPr>
          <a:xfrm>
            <a:off x="9001670" y="5039361"/>
            <a:ext cx="280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2A64-87E1-78C4-2409-73554B2FE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6F8FB7-76B5-DF50-8491-E230FB78B797}"/>
              </a:ext>
            </a:extLst>
          </p:cNvPr>
          <p:cNvSpPr/>
          <p:nvPr/>
        </p:nvSpPr>
        <p:spPr>
          <a:xfrm>
            <a:off x="9130583" y="2258386"/>
            <a:ext cx="2785403" cy="3677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5F46E2-C1F4-ED65-106C-00B16CA14C25}"/>
              </a:ext>
            </a:extLst>
          </p:cNvPr>
          <p:cNvSpPr/>
          <p:nvPr/>
        </p:nvSpPr>
        <p:spPr>
          <a:xfrm>
            <a:off x="9130582" y="411481"/>
            <a:ext cx="2785403" cy="18469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B8C0F3-1FC6-B94F-DD09-5AA014B21DF7}"/>
              </a:ext>
            </a:extLst>
          </p:cNvPr>
          <p:cNvCxnSpPr>
            <a:cxnSpLocks/>
          </p:cNvCxnSpPr>
          <p:nvPr/>
        </p:nvCxnSpPr>
        <p:spPr>
          <a:xfrm>
            <a:off x="8916516" y="411481"/>
            <a:ext cx="0" cy="18469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10CFF8-B5BB-43BF-267E-8D1881852E28}"/>
              </a:ext>
            </a:extLst>
          </p:cNvPr>
          <p:cNvCxnSpPr>
            <a:cxnSpLocks/>
          </p:cNvCxnSpPr>
          <p:nvPr/>
        </p:nvCxnSpPr>
        <p:spPr>
          <a:xfrm>
            <a:off x="8916515" y="2258387"/>
            <a:ext cx="0" cy="36775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1971D0-B538-132D-09BF-F8B89DD87043}"/>
              </a:ext>
            </a:extLst>
          </p:cNvPr>
          <p:cNvSpPr txBox="1"/>
          <p:nvPr/>
        </p:nvSpPr>
        <p:spPr>
          <a:xfrm>
            <a:off x="9130583" y="1150268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1671E-2475-D235-C3FB-4AF7CA5FD5BB}"/>
              </a:ext>
            </a:extLst>
          </p:cNvPr>
          <p:cNvSpPr txBox="1"/>
          <p:nvPr/>
        </p:nvSpPr>
        <p:spPr>
          <a:xfrm>
            <a:off x="9154891" y="3912516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F4A994-4064-905D-8B14-33C2D7C5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85" y="356582"/>
            <a:ext cx="7773485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4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E951-47BD-7905-05B5-B7EF954B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BA4D558-B89C-4A82-CF49-5FF14C3F355B}"/>
              </a:ext>
            </a:extLst>
          </p:cNvPr>
          <p:cNvSpPr txBox="1"/>
          <p:nvPr/>
        </p:nvSpPr>
        <p:spPr>
          <a:xfrm>
            <a:off x="6150102" y="891330"/>
            <a:ext cx="5816997" cy="2853305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6B34D-AC4E-F615-5096-8D421B91FC5E}"/>
              </a:ext>
            </a:extLst>
          </p:cNvPr>
          <p:cNvSpPr/>
          <p:nvPr/>
        </p:nvSpPr>
        <p:spPr>
          <a:xfrm>
            <a:off x="7439216" y="999159"/>
            <a:ext cx="4432776" cy="2645097"/>
          </a:xfrm>
          <a:prstGeom prst="rect">
            <a:avLst/>
          </a:prstGeom>
          <a:solidFill>
            <a:srgbClr val="3B1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Main-content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FA12E-C239-C7DD-9468-2A3504D3A265}"/>
              </a:ext>
            </a:extLst>
          </p:cNvPr>
          <p:cNvSpPr/>
          <p:nvPr/>
        </p:nvSpPr>
        <p:spPr>
          <a:xfrm>
            <a:off x="6238054" y="999160"/>
            <a:ext cx="1129977" cy="264509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Sidebar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07E43-7FCD-436F-A36A-1C76F386041B}"/>
              </a:ext>
            </a:extLst>
          </p:cNvPr>
          <p:cNvSpPr txBox="1"/>
          <p:nvPr/>
        </p:nvSpPr>
        <p:spPr>
          <a:xfrm>
            <a:off x="6409472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920EA-3F27-B4AF-4ED1-24CE03962022}"/>
              </a:ext>
            </a:extLst>
          </p:cNvPr>
          <p:cNvSpPr txBox="1"/>
          <p:nvPr/>
        </p:nvSpPr>
        <p:spPr>
          <a:xfrm>
            <a:off x="9262034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A676B7A2-905B-3FF1-1D7A-E7171EDB3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8" y="999159"/>
            <a:ext cx="5716455" cy="27454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ED570E-7D08-6BF8-69A4-30C58B6048AD}"/>
              </a:ext>
            </a:extLst>
          </p:cNvPr>
          <p:cNvCxnSpPr>
            <a:cxnSpLocks/>
          </p:cNvCxnSpPr>
          <p:nvPr/>
        </p:nvCxnSpPr>
        <p:spPr>
          <a:xfrm>
            <a:off x="6238054" y="3860010"/>
            <a:ext cx="11299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BCA561-EBF8-F10B-2363-6E9675EC2CE8}"/>
              </a:ext>
            </a:extLst>
          </p:cNvPr>
          <p:cNvCxnSpPr>
            <a:cxnSpLocks/>
          </p:cNvCxnSpPr>
          <p:nvPr/>
        </p:nvCxnSpPr>
        <p:spPr>
          <a:xfrm>
            <a:off x="7439216" y="3860010"/>
            <a:ext cx="443277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E598BF-4DC5-1406-C7BC-8D21F76B8174}"/>
              </a:ext>
            </a:extLst>
          </p:cNvPr>
          <p:cNvSpPr txBox="1"/>
          <p:nvPr/>
        </p:nvSpPr>
        <p:spPr>
          <a:xfrm>
            <a:off x="1437148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2EBB1-CC11-7EEA-C190-95D9BA07995C}"/>
              </a:ext>
            </a:extLst>
          </p:cNvPr>
          <p:cNvSpPr txBox="1"/>
          <p:nvPr/>
        </p:nvSpPr>
        <p:spPr>
          <a:xfrm>
            <a:off x="5362963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2</a:t>
            </a:r>
          </a:p>
        </p:txBody>
      </p:sp>
    </p:spTree>
    <p:extLst>
      <p:ext uri="{BB962C8B-B14F-4D97-AF65-F5344CB8AC3E}">
        <p14:creationId xmlns:p14="http://schemas.microsoft.com/office/powerpoint/2010/main" val="359116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C35B-2405-1FEE-884B-ADC3A7B8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84AC1BE-C1D9-6EE2-1E66-3F98ADAFAFE5}"/>
              </a:ext>
            </a:extLst>
          </p:cNvPr>
          <p:cNvSpPr txBox="1"/>
          <p:nvPr/>
        </p:nvSpPr>
        <p:spPr>
          <a:xfrm>
            <a:off x="3604862" y="875942"/>
            <a:ext cx="2295845" cy="5106113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BD8DD-ACCF-9FC4-9633-6D8A99FCE643}"/>
              </a:ext>
            </a:extLst>
          </p:cNvPr>
          <p:cNvSpPr txBox="1"/>
          <p:nvPr/>
        </p:nvSpPr>
        <p:spPr>
          <a:xfrm>
            <a:off x="6409472" y="268177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072FB6-67FE-FD3A-7409-3DC532A1EF84}"/>
              </a:ext>
            </a:extLst>
          </p:cNvPr>
          <p:cNvSpPr txBox="1"/>
          <p:nvPr/>
        </p:nvSpPr>
        <p:spPr>
          <a:xfrm>
            <a:off x="1437148" y="533822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0BFAE-1469-248B-A234-EAEAC75B1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94" y="875943"/>
            <a:ext cx="2295845" cy="5106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AD9E9C-002E-F6EC-C111-DEA7D4EF2F2C}"/>
              </a:ext>
            </a:extLst>
          </p:cNvPr>
          <p:cNvSpPr txBox="1"/>
          <p:nvPr/>
        </p:nvSpPr>
        <p:spPr>
          <a:xfrm>
            <a:off x="3731704" y="944164"/>
            <a:ext cx="2057400" cy="11128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70451-D29C-2B81-596F-E6A948045CA0}"/>
              </a:ext>
            </a:extLst>
          </p:cNvPr>
          <p:cNvSpPr txBox="1"/>
          <p:nvPr/>
        </p:nvSpPr>
        <p:spPr>
          <a:xfrm>
            <a:off x="3731704" y="2309998"/>
            <a:ext cx="2057400" cy="111287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604049-EB04-2B02-31C1-E1CC9504B972}"/>
              </a:ext>
            </a:extLst>
          </p:cNvPr>
          <p:cNvSpPr txBox="1"/>
          <p:nvPr/>
        </p:nvSpPr>
        <p:spPr>
          <a:xfrm>
            <a:off x="3730254" y="3563275"/>
            <a:ext cx="2057400" cy="2278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06357C-3495-4929-C2F1-C1AB50F63C01}"/>
              </a:ext>
            </a:extLst>
          </p:cNvPr>
          <p:cNvSpPr txBox="1"/>
          <p:nvPr/>
        </p:nvSpPr>
        <p:spPr>
          <a:xfrm>
            <a:off x="4359214" y="162952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AD1C7C-BE42-B699-9CDB-731B544A977C}"/>
              </a:ext>
            </a:extLst>
          </p:cNvPr>
          <p:cNvSpPr txBox="1"/>
          <p:nvPr/>
        </p:nvSpPr>
        <p:spPr>
          <a:xfrm>
            <a:off x="4366834" y="3020623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4E163F-676E-A7C3-C40B-92DD630B4187}"/>
              </a:ext>
            </a:extLst>
          </p:cNvPr>
          <p:cNvSpPr txBox="1"/>
          <p:nvPr/>
        </p:nvSpPr>
        <p:spPr>
          <a:xfrm>
            <a:off x="4366834" y="4711522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EB180-30CB-D91F-D571-E1D3BEF9B85B}"/>
              </a:ext>
            </a:extLst>
          </p:cNvPr>
          <p:cNvSpPr txBox="1"/>
          <p:nvPr/>
        </p:nvSpPr>
        <p:spPr>
          <a:xfrm>
            <a:off x="4292217" y="1260190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1CF77-5462-131A-9B01-5EB15B7D9B8F}"/>
              </a:ext>
            </a:extLst>
          </p:cNvPr>
          <p:cNvSpPr txBox="1"/>
          <p:nvPr/>
        </p:nvSpPr>
        <p:spPr>
          <a:xfrm>
            <a:off x="4292216" y="2581092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221454-7F13-275D-060E-732D1ADDC0CB}"/>
              </a:ext>
            </a:extLst>
          </p:cNvPr>
          <p:cNvSpPr txBox="1"/>
          <p:nvPr/>
        </p:nvSpPr>
        <p:spPr>
          <a:xfrm>
            <a:off x="4290767" y="4316855"/>
            <a:ext cx="116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Pannel 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46F2E8-6EED-FB6D-E7F2-1771E9443FA9}"/>
              </a:ext>
            </a:extLst>
          </p:cNvPr>
          <p:cNvCxnSpPr/>
          <p:nvPr/>
        </p:nvCxnSpPr>
        <p:spPr>
          <a:xfrm>
            <a:off x="3469640" y="944164"/>
            <a:ext cx="0" cy="1112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3F4C11-95E2-4531-307C-6F99102E27F3}"/>
              </a:ext>
            </a:extLst>
          </p:cNvPr>
          <p:cNvCxnSpPr/>
          <p:nvPr/>
        </p:nvCxnSpPr>
        <p:spPr>
          <a:xfrm>
            <a:off x="3469640" y="2309998"/>
            <a:ext cx="0" cy="11128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E0BE63-BFA6-CE96-9964-B18EC60547BF}"/>
              </a:ext>
            </a:extLst>
          </p:cNvPr>
          <p:cNvCxnSpPr>
            <a:cxnSpLocks/>
          </p:cNvCxnSpPr>
          <p:nvPr/>
        </p:nvCxnSpPr>
        <p:spPr>
          <a:xfrm>
            <a:off x="3479800" y="3563275"/>
            <a:ext cx="0" cy="22783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7918B42-ADB4-C5A4-B97B-D45AEF47FD50}"/>
              </a:ext>
            </a:extLst>
          </p:cNvPr>
          <p:cNvSpPr txBox="1"/>
          <p:nvPr/>
        </p:nvSpPr>
        <p:spPr>
          <a:xfrm>
            <a:off x="3604862" y="6122454"/>
            <a:ext cx="247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3414874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03C5-56C5-7A54-E32A-D9F0C7A5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D7B2975-12AF-61CA-390A-297105BB5BEF}"/>
              </a:ext>
            </a:extLst>
          </p:cNvPr>
          <p:cNvSpPr txBox="1"/>
          <p:nvPr/>
        </p:nvSpPr>
        <p:spPr>
          <a:xfrm>
            <a:off x="5661943" y="1805919"/>
            <a:ext cx="4696799" cy="2838203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0F82F-7E64-8017-92C3-A09A5B6668B4}"/>
              </a:ext>
            </a:extLst>
          </p:cNvPr>
          <p:cNvSpPr txBox="1"/>
          <p:nvPr/>
        </p:nvSpPr>
        <p:spPr>
          <a:xfrm>
            <a:off x="5821429" y="1932908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58040D-29CD-DF41-71FE-A5A8FB68E8A1}"/>
              </a:ext>
            </a:extLst>
          </p:cNvPr>
          <p:cNvCxnSpPr>
            <a:cxnSpLocks/>
          </p:cNvCxnSpPr>
          <p:nvPr/>
        </p:nvCxnSpPr>
        <p:spPr>
          <a:xfrm>
            <a:off x="10573206" y="1945723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F7F0C30-D93C-8955-0D53-E2C79018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58" y="1805919"/>
            <a:ext cx="4554566" cy="2838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B7AAAB-9F2A-1C3E-804E-2538BC0589DD}"/>
              </a:ext>
            </a:extLst>
          </p:cNvPr>
          <p:cNvSpPr txBox="1"/>
          <p:nvPr/>
        </p:nvSpPr>
        <p:spPr>
          <a:xfrm>
            <a:off x="5821428" y="2471321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6142C-F688-50B6-545C-A7241739FADB}"/>
              </a:ext>
            </a:extLst>
          </p:cNvPr>
          <p:cNvSpPr txBox="1"/>
          <p:nvPr/>
        </p:nvSpPr>
        <p:spPr>
          <a:xfrm>
            <a:off x="5821427" y="3019308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0CE8F-B5AF-066E-8916-6EC72079F803}"/>
              </a:ext>
            </a:extLst>
          </p:cNvPr>
          <p:cNvSpPr txBox="1"/>
          <p:nvPr/>
        </p:nvSpPr>
        <p:spPr>
          <a:xfrm>
            <a:off x="5821427" y="3550459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09609-EAA4-8B0E-B9D3-1D44DD5DA70F}"/>
              </a:ext>
            </a:extLst>
          </p:cNvPr>
          <p:cNvSpPr txBox="1"/>
          <p:nvPr/>
        </p:nvSpPr>
        <p:spPr>
          <a:xfrm>
            <a:off x="5821426" y="4081610"/>
            <a:ext cx="4377825" cy="40416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2DE8F6-FC9B-A120-19EE-9E62053963F1}"/>
              </a:ext>
            </a:extLst>
          </p:cNvPr>
          <p:cNvSpPr txBox="1"/>
          <p:nvPr/>
        </p:nvSpPr>
        <p:spPr>
          <a:xfrm>
            <a:off x="7179883" y="1998185"/>
            <a:ext cx="1838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Announcement post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EB4AC-926C-1AE9-C6D0-68B03CA5CA50}"/>
              </a:ext>
            </a:extLst>
          </p:cNvPr>
          <p:cNvSpPr txBox="1"/>
          <p:nvPr/>
        </p:nvSpPr>
        <p:spPr>
          <a:xfrm>
            <a:off x="7601998" y="2502162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507123-1C18-6360-EE82-13B248342D21}"/>
              </a:ext>
            </a:extLst>
          </p:cNvPr>
          <p:cNvSpPr txBox="1"/>
          <p:nvPr/>
        </p:nvSpPr>
        <p:spPr>
          <a:xfrm>
            <a:off x="7601998" y="3066345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BE8BB-5949-4D89-C63A-016BC551C3C4}"/>
              </a:ext>
            </a:extLst>
          </p:cNvPr>
          <p:cNvSpPr txBox="1"/>
          <p:nvPr/>
        </p:nvSpPr>
        <p:spPr>
          <a:xfrm>
            <a:off x="7601998" y="3572500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B07A98-DCF5-1BBF-5BBC-575372DB62FF}"/>
              </a:ext>
            </a:extLst>
          </p:cNvPr>
          <p:cNvSpPr txBox="1"/>
          <p:nvPr/>
        </p:nvSpPr>
        <p:spPr>
          <a:xfrm>
            <a:off x="7601998" y="4105708"/>
            <a:ext cx="993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Content-4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159FAD-2F53-E9EA-C49D-0562AE83A9AD}"/>
              </a:ext>
            </a:extLst>
          </p:cNvPr>
          <p:cNvSpPr txBox="1"/>
          <p:nvPr/>
        </p:nvSpPr>
        <p:spPr>
          <a:xfrm>
            <a:off x="10919253" y="30047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782C4E5-442E-A9BD-9127-AFDA8B133C5A}"/>
              </a:ext>
            </a:extLst>
          </p:cNvPr>
          <p:cNvCxnSpPr>
            <a:cxnSpLocks/>
          </p:cNvCxnSpPr>
          <p:nvPr/>
        </p:nvCxnSpPr>
        <p:spPr>
          <a:xfrm>
            <a:off x="10573206" y="246068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93543A-6925-2498-F34D-C3C28D4F7783}"/>
              </a:ext>
            </a:extLst>
          </p:cNvPr>
          <p:cNvCxnSpPr>
            <a:cxnSpLocks/>
          </p:cNvCxnSpPr>
          <p:nvPr/>
        </p:nvCxnSpPr>
        <p:spPr>
          <a:xfrm>
            <a:off x="10573206" y="300479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CA3EF5-F292-3D54-4656-85B7C160B170}"/>
              </a:ext>
            </a:extLst>
          </p:cNvPr>
          <p:cNvCxnSpPr>
            <a:cxnSpLocks/>
          </p:cNvCxnSpPr>
          <p:nvPr/>
        </p:nvCxnSpPr>
        <p:spPr>
          <a:xfrm>
            <a:off x="10573206" y="357250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3A5DDD-A1DD-635D-87A9-971070C5163F}"/>
              </a:ext>
            </a:extLst>
          </p:cNvPr>
          <p:cNvCxnSpPr>
            <a:cxnSpLocks/>
          </p:cNvCxnSpPr>
          <p:nvPr/>
        </p:nvCxnSpPr>
        <p:spPr>
          <a:xfrm>
            <a:off x="10578742" y="4081610"/>
            <a:ext cx="0" cy="3913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AFACB858-EC42-CA66-311E-4C5549B84C7D}"/>
              </a:ext>
            </a:extLst>
          </p:cNvPr>
          <p:cNvSpPr/>
          <p:nvPr/>
        </p:nvSpPr>
        <p:spPr>
          <a:xfrm>
            <a:off x="10673080" y="1998185"/>
            <a:ext cx="294485" cy="24153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1595F0-CF00-9121-717D-5774E4190366}"/>
              </a:ext>
            </a:extLst>
          </p:cNvPr>
          <p:cNvSpPr txBox="1"/>
          <p:nvPr/>
        </p:nvSpPr>
        <p:spPr>
          <a:xfrm>
            <a:off x="5538315" y="4804206"/>
            <a:ext cx="247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381712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2FBF-1DAA-99B4-5C48-D51D5E3D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56CA-A6D3-A8FF-506A-0C7F55757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8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93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RED Bora</cp:lastModifiedBy>
  <cp:revision>2</cp:revision>
  <dcterms:created xsi:type="dcterms:W3CDTF">2024-08-04T11:27:57Z</dcterms:created>
  <dcterms:modified xsi:type="dcterms:W3CDTF">2025-10-31T16:03:22Z</dcterms:modified>
</cp:coreProperties>
</file>